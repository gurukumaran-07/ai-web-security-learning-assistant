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64592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029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AI-Powered Web Security Learning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B4DCF0"/>
                </a:solidFill>
              </a:defRPr>
            </a:pPr>
            <a:r>
              <a:t>Target audience: second-year CSE students</a:t>
            </a:r>
          </a:p>
          <a:p>
            <a:pPr>
              <a:spcAft>
                <a:spcPts val="2000"/>
              </a:spcAft>
              <a:defRPr sz="2400">
                <a:solidFill>
                  <a:srgbClr val="B4DCF0"/>
                </a:solidFill>
              </a:defRPr>
            </a:pPr>
            <a:r>
              <a:t>Goal: explain common risks and teach safer code</a:t>
            </a:r>
          </a:p>
          <a:p>
            <a:pPr>
              <a:spcAft>
                <a:spcPts val="2000"/>
              </a:spcAft>
              <a:defRPr sz="2400">
                <a:solidFill>
                  <a:srgbClr val="B4DCF0"/>
                </a:solidFill>
              </a:defRPr>
            </a:pPr>
            <a:r>
              <a:t>Defensive education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BED2"/>
                </a:solidFill>
              </a:defRPr>
            </a:pPr>
            <a:r>
              <a:t>AI-Powered Web Security Learning Assistant  |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64592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029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Why web security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Web apps handle identity, data, and actions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OWASP Top 10:2025 is an awareness starting point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A category list is not a complete security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BED2"/>
                </a:solidFill>
              </a:defRPr>
            </a:pPr>
            <a:r>
              <a:t>AI-Powered Web Security Learning Assistant  |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64592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029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Five code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SQL: parameterized queries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XSS: safe text output / context-aware encoding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Input: server-side allowlists and bounds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Passwords: password-hashing library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Access: authorize every protected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BED2"/>
                </a:solidFill>
              </a:defRPr>
            </a:pPr>
            <a:r>
              <a:t>AI-Powered Web Security Learning Assistant  |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64592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029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How the assistant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Student pastes a short code snippet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Local heuristic checker flags selected patterns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Assistant explains risk and defensive next steps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It never executes code or scans remote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BED2"/>
                </a:solidFill>
              </a:defRPr>
            </a:pPr>
            <a:r>
              <a:t>AI-Powered Web Security Learning Assistant  |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64592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029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Automation and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Python scanner + unit tests + GitHub Actions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Check findings manually; scanner has false positives/negatives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Verify claims against OWASP, NIST, MDN, and Flask docs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Compare ChatGPT with a second AI research tool and record real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BED2"/>
                </a:solidFill>
              </a:defRPr>
            </a:pPr>
            <a:r>
              <a:t>AI-Powered Web Security Learning Assistant  |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64592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029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Ethics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Practise only in a local lab or authorized training app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Never share secrets or private data with AI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No working exploits or attack tools</a:t>
            </a:r>
          </a:p>
          <a:p>
            <a:pPr>
              <a:spcAft>
                <a:spcPts val="2000"/>
              </a:spcAft>
              <a:defRPr sz="2300">
                <a:solidFill>
                  <a:srgbClr val="B4DCF0"/>
                </a:solidFill>
              </a:defRPr>
            </a:pPr>
            <a:r>
              <a:t>• AI assists learning; human review and tests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BED2"/>
                </a:solidFill>
              </a:defRPr>
            </a:pPr>
            <a:r>
              <a:t>AI-Powered Web Security Learning Assistant  |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